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River Hub's first benefit: it ends the data scavenger hunt. EA spill data, permits, WINEP, water quality and rainfall/flow normally live in separate portals and spreadsheets; River Hub unifies them per catchment.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 two: River Hub does the interpretation. Dry-spill detection, bathing-water classification, capacity headroom and WINEP tracking convert open data into an evidence base for advocacy and regulator engagement.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 three: transparency. The public portal, council/parish pages and the side-by-side citizen+regulator data make the river's health visible and local. Two catchments are live; ~175k EA water-quality readings loaded across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benefit: River Hub is a reusable platform, not a one-off. Multi-tenant (Dart + Teign), config-driven onboarding, open-source under AGPL, and cheap to run — so any river group can stand one up. Close on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HUB  ·  KEY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966960" y="1828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27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catchment, all the data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fragmented public and citizen data source for a river — pulled together into one live, map-based view.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E3C58"/>
          </a:solidFill>
          <a:ln/>
          <a:effectLst>
            <a:outerShdw sx="100000" sy="100000" kx="0" ky="0" algn="bl" rotWithShape="0" blurRad="114300" dist="38100" dir="5400000">
              <a:srgbClr val="0A1622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303580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98094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Storm-overflow (EDM) spills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4015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Environment Agency sewage-discharge events and annual return totals.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E3C58"/>
          </a:solidFill>
          <a:ln/>
          <a:effectLst>
            <a:outerShdw sx="100000" sy="100000" kx="0" ky="0" algn="bl" rotWithShape="0" blurRad="114300" dist="38100" dir="5400000">
              <a:srgbClr val="0A162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303580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98094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Permits &amp; WINEP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34015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permits and the water company's regulatory improvement obligations.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E3C58"/>
          </a:solidFill>
          <a:ln/>
          <a:effectLst>
            <a:outerShdw sx="100000" sy="100000" kx="0" ky="0" algn="bl" rotWithShape="0" blurRad="114300" dist="38100" dir="5400000">
              <a:srgbClr val="0A162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81888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476402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quality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51846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Water Quality Archive nutrients &amp; bacteria, alongside citizen-science sampling.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52628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1E3C58"/>
          </a:solidFill>
          <a:ln/>
          <a:effectLst>
            <a:outerShdw sx="100000" sy="100000" kx="0" ky="0" algn="bl" rotWithShape="0" blurRad="114300" dist="38100" dir="5400000">
              <a:srgbClr val="0A1622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4818888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476402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Rainfall &amp; river flow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51846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gauges for weather and flow context on every spill and result.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HUB  ·  KEY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966960" y="1828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DC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Evidence, not just numbers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Hub turns raw feeds into the analysis that builds the case for cleaner rivers.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7523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6609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Dry-weather spill detection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3026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discharges with no rainfall to excuse them — the strongest signal of a failing asset.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6484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5570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Bathing-water classification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92277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the EA percentile method to every monitored site, season-aware.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45445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453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Treatment-works capacity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81888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demand vs permitted headroom — where the network is over capacity.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WINEP accountability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57150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the water company against its statutory improvement programme.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HUB  ·  KEY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966960" y="1828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DC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for the community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Public, local and accountable — the data belongs to the people who live on the river.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2834640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6791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public portal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8720" y="304495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Pollution maps and per-site pages anyone can see — no login.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49808" y="3886200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730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Council &amp; parish views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88720" y="409651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councillor and parish can see their own stretch of river.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9808" y="4937760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7823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science, side by side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88720" y="514807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testing shown alongside EA regulator data, not instead of it.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18120" y="2286000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AA6BB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2432304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784080" y="2432304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river catchments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18120" y="3776472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AA6BB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92440" y="3922776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175k+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784080" y="3922776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water-quality readings loaded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8120" y="5266944"/>
            <a:ext cx="3703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8AA6BB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092440" y="5413248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784080" y="5413248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public access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C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HUB  ·  KEY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966960" y="1828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274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federated &amp; built to replicate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codebase, any river — and no licence fees or lock-in.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C58"/>
          </a:solidFill>
          <a:ln/>
          <a:effectLst>
            <a:outerShdw sx="100000" sy="100000" kx="0" ky="0" algn="bl" rotWithShape="0" blurRad="114300" dist="38100" dir="5400000">
              <a:srgbClr val="0A1622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97180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9169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33009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and Teign run live from a single platform and codebase.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C58"/>
          </a:solidFill>
          <a:ln/>
          <a:effectLst>
            <a:outerShdw sx="100000" sy="100000" kx="0" ky="0" algn="bl" rotWithShape="0" blurRad="114300" dist="38100" dir="5400000">
              <a:srgbClr val="0A162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297180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9169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Config, not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33009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catchment is a configuration file — not a rebuild.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C58"/>
          </a:solidFill>
          <a:ln/>
          <a:effectLst>
            <a:outerShdw sx="100000" sy="100000" kx="0" ky="0" algn="bl" rotWithShape="0" blurRad="114300" dist="38100" dir="5400000">
              <a:srgbClr val="0A162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57200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45171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(AGPL)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9011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licence fees, no vendor lock-in; the method is auditable.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29768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E3C58"/>
          </a:solidFill>
          <a:ln/>
          <a:effectLst>
            <a:outerShdw sx="100000" sy="100000" kx="0" ky="0" algn="bl" rotWithShape="0" blurRad="114300" dist="38100" dir="5400000">
              <a:srgbClr val="0A1622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56248" y="457200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45171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cloud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4901184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Next.js + Supabase — modest hosting, easy to operate.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accountability — for every river.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River Hub — Key Benefits</dc:title>
  <dc:subject>PptxGenJS Presentation</dc:subject>
  <dc:creator>River Hub</dc:creator>
  <cp:lastModifiedBy>River Hub</cp:lastModifiedBy>
  <cp:revision>1</cp:revision>
  <dcterms:created xsi:type="dcterms:W3CDTF">2026-06-24T18:01:06Z</dcterms:created>
  <dcterms:modified xsi:type="dcterms:W3CDTF">2026-06-24T18:01:06Z</dcterms:modified>
</cp:coreProperties>
</file>